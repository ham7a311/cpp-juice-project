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7732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914400"/>
            <a:ext cx="3657600" cy="3657600"/>
          </a:xfrm>
          <a:prstGeom prst="ellipse">
            <a:avLst/>
          </a:prstGeom>
          <a:solidFill>
            <a:srgbClr val="52B788">
              <a:alpha val="38000"/>
            </a:srgbClr>
          </a:solidFill>
          <a:ln w="12700">
            <a:solidFill>
              <a:srgbClr val="52B78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291840"/>
            <a:ext cx="2743200" cy="2743200"/>
          </a:xfrm>
          <a:prstGeom prst="ellipse">
            <a:avLst/>
          </a:prstGeom>
          <a:solidFill>
            <a:srgbClr val="F4A261">
              <a:alpha val="38000"/>
            </a:srgbClr>
          </a:solidFill>
          <a:ln w="12700">
            <a:solidFill>
              <a:srgbClr val="F4A261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000000"/>
                </a:solidFill>
              </a:rPr>
              <a:t>🍹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600200" y="77724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 Shop System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600200" y="18288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Programming Project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1600200" y="2377440"/>
            <a:ext cx="457200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C8E6C9"/>
                </a:solidFill>
              </a:rPr>
              <a:t>A complete C++ OOP system to manage a juice shop —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i="1" dirty="0">
                <a:solidFill>
                  <a:srgbClr val="C8E6C9"/>
                </a:solidFill>
              </a:rPr>
              <a:t>menus, orders, customers, employees &amp; custom juices.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C89A"/>
                </a:solidFill>
              </a:rPr>
              <a:t>GUtech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🍹  System Description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</a:rPr>
              <a:t>Purpose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8595360" cy="658368"/>
          </a:xfrm>
          <a:prstGeom prst="rect">
            <a:avLst/>
          </a:prstGeom>
          <a:solidFill>
            <a:srgbClr val="F0FDF4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820"/>
                </a:solidFill>
              </a:rPr>
              <a:t>A C++ OOP-based system designed to fully manage a juice shop — allowing customers to browse a menu, place orders, choose juice sizes, and build custom juices, while employees manage the menu and process orders.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81051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A4F"/>
                </a:solidFill>
              </a:rPr>
              <a:t>Key Features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2176272"/>
            <a:ext cx="2788920" cy="1170432"/>
          </a:xfrm>
          <a:prstGeom prst="rect">
            <a:avLst/>
          </a:prstGeom>
          <a:solidFill>
            <a:srgbClr val="F0FDF4"/>
          </a:solidFill>
          <a:ln w="12700">
            <a:solidFill>
              <a:srgbClr val="52B78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🧃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26771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</a:rPr>
              <a:t>Juice Menu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57860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Display, add, remove and search available juices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54680" y="2176272"/>
            <a:ext cx="2788920" cy="1170432"/>
          </a:xfrm>
          <a:prstGeom prst="rect">
            <a:avLst/>
          </a:prstGeom>
          <a:solidFill>
            <a:srgbClr val="F0FDF4"/>
          </a:solidFill>
          <a:ln w="12700">
            <a:solidFill>
              <a:srgbClr val="52B78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46120" y="22860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🧾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94760" y="226771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</a:rPr>
              <a:t>Order Management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94760" y="257860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Create orders, add juices, track status and checkout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2176272"/>
            <a:ext cx="2788920" cy="1170432"/>
          </a:xfrm>
          <a:prstGeom prst="rect">
            <a:avLst/>
          </a:prstGeom>
          <a:solidFill>
            <a:srgbClr val="F0FDF4"/>
          </a:solidFill>
          <a:ln w="12700">
            <a:solidFill>
              <a:srgbClr val="52B78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22860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75120" y="226771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</a:rPr>
              <a:t>Size &amp; Pricing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2578608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Choose Small / Medium / Large with automatic price calculation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474720"/>
            <a:ext cx="2788920" cy="1170432"/>
          </a:xfrm>
          <a:prstGeom prst="rect">
            <a:avLst/>
          </a:prstGeom>
          <a:solidFill>
            <a:srgbClr val="F0FDF4"/>
          </a:solidFill>
          <a:ln w="12700">
            <a:solidFill>
              <a:srgbClr val="52B78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58444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4400" y="356616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</a:rPr>
              <a:t>Juice Builder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87705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Build a CustomJuice by selecting ingredients — each adds extra cost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154680" y="3474720"/>
            <a:ext cx="2788920" cy="1170432"/>
          </a:xfrm>
          <a:prstGeom prst="rect">
            <a:avLst/>
          </a:prstGeom>
          <a:solidFill>
            <a:srgbClr val="F0FDF4"/>
          </a:solidFill>
          <a:ln w="12700">
            <a:solidFill>
              <a:srgbClr val="52B78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46120" y="358444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794760" y="356616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</a:rPr>
              <a:t>Customer Module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94760" y="387705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Store customer info and allow them to place orders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3474720"/>
            <a:ext cx="2788920" cy="1170432"/>
          </a:xfrm>
          <a:prstGeom prst="rect">
            <a:avLst/>
          </a:prstGeom>
          <a:solidFill>
            <a:srgbClr val="F0FDF4"/>
          </a:solidFill>
          <a:ln w="12700">
            <a:solidFill>
              <a:srgbClr val="52B788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26480" y="358444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🧑‍🍳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675120" y="356616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</a:rPr>
              <a:t>Employee Module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75120" y="3877056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Employees process orders and manage the juice menu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🧱  Classes &amp; Responsibilities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29768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54864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822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804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</a:rPr>
              <a:t>👤  Customer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0881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820"/>
                </a:solidFill>
              </a:rPr>
              <a:t>Represents the person placing an order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441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</a:rPr>
              <a:t>Props: customerID, name, phone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15270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</a:rPr>
              <a:t>Methods: placeOrder()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749808"/>
            <a:ext cx="429768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749808"/>
            <a:ext cx="54864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00600" y="822960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8229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66360" y="804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🧑‍🍳  Employee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10881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820"/>
                </a:solidFill>
              </a:rPr>
              <a:t>Manages orders and the juice menu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66360" y="13441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</a:rPr>
              <a:t>Props: employeeID, name, role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166360" y="152704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</a:rPr>
              <a:t>Methods: processOrder(),  addJuiceToMenu()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1856232"/>
            <a:ext cx="429768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" y="1856232"/>
            <a:ext cx="54864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20040" y="1929384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19293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19110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🧃  Juice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820"/>
                </a:solidFill>
              </a:rPr>
              <a:t>Base class — holds juice data and calculates price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24505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</a:rPr>
              <a:t>Props: juiceName, basePrice, size, price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800" y="26334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</a:rPr>
              <a:t>Methods: calculatePrice(),  displayJuiceInfo()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2962656"/>
            <a:ext cx="429768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28600" y="2962656"/>
            <a:ext cx="54864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20040" y="3035808"/>
            <a:ext cx="329184" cy="3291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20040" y="3035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5800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🍹  Menu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85800" y="3300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820"/>
                </a:solidFill>
              </a:rPr>
              <a:t>Stores and displays all available juices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5800" y="35570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</a:rPr>
              <a:t>Props: juices[ ]  (list of Juice objects)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5800" y="373989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</a:rPr>
              <a:t>Methods: showMenu(),  addJuice(),  removeJuice(),  searchJuice()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09160" y="1856232"/>
            <a:ext cx="429768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709160" y="1856232"/>
            <a:ext cx="54864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800600" y="1929384"/>
            <a:ext cx="329184" cy="3291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00600" y="19293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66360" y="19110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🧾  Order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16636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820"/>
                </a:solidFill>
              </a:rPr>
              <a:t>Tracks the juices ordered, total price and status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166360" y="24505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</a:rPr>
              <a:t>Props: orderID, customer, juices[ ], totalPrice, status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166360" y="26334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</a:rPr>
              <a:t>Methods: addJuiceToOrder(),  calculateTotal(),  showOrderDetails()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28600" y="4069080"/>
            <a:ext cx="429768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228600" y="4069080"/>
            <a:ext cx="54864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320040" y="4142232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20040" y="41422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85800" y="41239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🏪  JuiceShop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85800" y="44074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820"/>
                </a:solidFill>
              </a:rPr>
              <a:t>Main controller — manages menu, orders and employees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85800" y="46634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</a:rPr>
              <a:t>Props: menu, orders[ ], employees[ ]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85800" y="4846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</a:rPr>
              <a:t>Methods: createOrder(),  displayAllOrders(),  checkoutOrder()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09160" y="2962656"/>
            <a:ext cx="429768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709160" y="2962656"/>
            <a:ext cx="54864" cy="100584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800600" y="3035808"/>
            <a:ext cx="329184" cy="329184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800600" y="30358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166360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B2777"/>
                </a:solidFill>
              </a:rPr>
              <a:t>🍓  JuiceBuilder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5166360" y="33009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820"/>
                </a:solidFill>
              </a:rPr>
              <a:t>Builds a CustomJuice by combining selected ingredients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166360" y="35570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</a:rPr>
              <a:t>Props: baseName, ingredients[ ], extraPrice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166360" y="373989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B5563"/>
                </a:solidFill>
              </a:rPr>
              <a:t>Methods: addIngredient(),  removeIngredient(),  createCustomJuice()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820"/>
          </a:solidFill>
          <a:ln w="12700">
            <a:solidFill>
              <a:srgbClr val="1B28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🔗  Relationships Between Classes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868680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</a:rPr>
              <a:t>■ </a:t>
            </a:r>
            <a:r>
              <a:rPr lang="en-US" sz="1200" dirty="0">
                <a:solidFill>
                  <a:srgbClr val="1B2820"/>
                </a:solidFill>
              </a:rPr>
              <a:t>Inheritance (is-a)  — child class extends parent class       </a:t>
            </a:r>
            <a:r>
              <a:rPr lang="en-US" sz="1400" b="1" dirty="0">
                <a:solidFill>
                  <a:srgbClr val="F4A261"/>
                </a:solidFill>
              </a:rPr>
              <a:t>■ </a:t>
            </a:r>
            <a:r>
              <a:rPr lang="en-US" sz="1200" dirty="0">
                <a:solidFill>
                  <a:srgbClr val="1B2820"/>
                </a:solidFill>
              </a:rPr>
              <a:t>Composition (has-a)  — one class contains an instance of another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261872"/>
            <a:ext cx="868680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JuiceBuilder</a:t>
            </a:r>
          </a:p>
        </p:txBody>
      </p:sp>
      <p:sp>
        <p:nvSpPr>
          <p:cNvPr id="8" name="Shape 6"/>
          <p:cNvSpPr/>
          <p:nvPr/>
        </p:nvSpPr>
        <p:spPr>
          <a:xfrm>
            <a:off x="2103120" y="137160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03120" y="13716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is-a →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0" y="126187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Juice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26187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</a:rPr>
              <a:t>CustomJuice extends Juice — inherits juiceName, basePrice, size and overrides calculatePrice()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1792224"/>
            <a:ext cx="8686800" cy="47548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820"/>
                </a:solidFill>
              </a:rPr>
              <a:t>JuiceShop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03120" y="190195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03120" y="19019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has-a →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0" y="179222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Menu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79222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</a:rPr>
              <a:t>JuiceShop owns one Menu object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8600" y="2322576"/>
            <a:ext cx="8686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232257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820"/>
                </a:solidFill>
              </a:rPr>
              <a:t>JuiceShop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03120" y="2432304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103120" y="24323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has-a →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0" y="232257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Order[ 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2322576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</a:rPr>
              <a:t>JuiceShop holds a list of Order objects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2852928"/>
            <a:ext cx="8686800" cy="47548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285292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820"/>
                </a:solidFill>
              </a:rPr>
              <a:t>JuiceShop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103120" y="2962656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103120" y="29626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has-a →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0400" y="285292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Employee[ ]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285292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</a:rPr>
              <a:t>JuiceShop manages a list of Employee objects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8600" y="3383280"/>
            <a:ext cx="8686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338328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820"/>
                </a:solidFill>
              </a:rPr>
              <a:t>Order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03120" y="349300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103120" y="349300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has-a →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00400" y="33832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Customer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338328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</a:rPr>
              <a:t>Every Order contains one Customer object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28600" y="3913632"/>
            <a:ext cx="8686800" cy="47548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" y="391363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820"/>
                </a:solidFill>
              </a:rPr>
              <a:t>Order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103120" y="4023360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103120" y="40233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has-a →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00400" y="391363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Juice[ ]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46320" y="391363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</a:rPr>
              <a:t>An Order holds a list of Juice objects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28600" y="4443984"/>
            <a:ext cx="8686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5760" y="444398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820"/>
                </a:solidFill>
              </a:rPr>
              <a:t>Menu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103120" y="4553712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103120" y="455371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has-a →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200400" y="444398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Juice[ ]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46320" y="444398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B5563"/>
                </a:solidFill>
              </a:rPr>
              <a:t>Menu stores a collection of Juice objects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731520"/>
            <a:ext cx="3474720" cy="3474720"/>
          </a:xfrm>
          <a:prstGeom prst="ellipse">
            <a:avLst/>
          </a:prstGeom>
          <a:solidFill>
            <a:srgbClr val="52B788">
              <a:alpha val="38000"/>
            </a:srgbClr>
          </a:solidFill>
          <a:ln w="12700">
            <a:solidFill>
              <a:srgbClr val="52B78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3657600"/>
            <a:ext cx="2560320" cy="2560320"/>
          </a:xfrm>
          <a:prstGeom prst="ellipse">
            <a:avLst/>
          </a:prstGeom>
          <a:solidFill>
            <a:srgbClr val="F4A261">
              <a:alpha val="38000"/>
            </a:srgbClr>
          </a:solidFill>
          <a:ln w="12700">
            <a:solidFill>
              <a:srgbClr val="F4A261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0" y="22860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🍹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914400" y="1298448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Project Summary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097280" y="2148840"/>
            <a:ext cx="6949440" cy="457200"/>
          </a:xfrm>
          <a:prstGeom prst="rect">
            <a:avLst/>
          </a:prstGeom>
          <a:solidFill>
            <a:srgbClr val="52B788">
              <a:alpha val="22000"/>
            </a:srgbClr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21488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7 classes — each with a clear, focused responsibility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2679192"/>
            <a:ext cx="6949440" cy="457200"/>
          </a:xfrm>
          <a:prstGeom prst="rect">
            <a:avLst/>
          </a:prstGeom>
          <a:solidFill>
            <a:srgbClr val="52B788">
              <a:alpha val="22000"/>
            </a:srgbClr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34440" y="2679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37360" y="267919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Inheritance: CustomJuice  is-a  Juice (extends base class)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3209544"/>
            <a:ext cx="6949440" cy="457200"/>
          </a:xfrm>
          <a:prstGeom prst="rect">
            <a:avLst/>
          </a:prstGeom>
          <a:solidFill>
            <a:srgbClr val="52B788">
              <a:alpha val="22000"/>
            </a:srgbClr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34440" y="3209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320954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Composition: JuiceShop, Order and Menu own other objects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97280" y="3735324"/>
            <a:ext cx="6949440" cy="457200"/>
          </a:xfrm>
          <a:prstGeom prst="rect">
            <a:avLst/>
          </a:prstGeom>
          <a:solidFill>
            <a:srgbClr val="52B788">
              <a:alpha val="22000"/>
            </a:srgbClr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34440" y="37353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37360" y="373532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JuiceBuilder creates CustomJuice objects with extra ingredients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C89A"/>
                </a:solidFill>
              </a:rPr>
              <a:t>GUtech  |  OOP Project — Juice Shop System  | 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526</Words>
  <Application>Microsoft Office PowerPoint</Application>
  <PresentationFormat>On-screen Show (16:9)</PresentationFormat>
  <Paragraphs>110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Juice Shop OOP System</dc:title>
  <dc:subject>PptxGenJS Presentation</dc:subject>
  <dc:creator>PptxGenJS</dc:creator>
  <cp:lastModifiedBy>Mahmood Al Busaidi</cp:lastModifiedBy>
  <cp:revision>3</cp:revision>
  <dcterms:created xsi:type="dcterms:W3CDTF">2026-04-26T15:59:07Z</dcterms:created>
  <dcterms:modified xsi:type="dcterms:W3CDTF">2026-04-26T16:12:19Z</dcterms:modified>
</cp:coreProperties>
</file>